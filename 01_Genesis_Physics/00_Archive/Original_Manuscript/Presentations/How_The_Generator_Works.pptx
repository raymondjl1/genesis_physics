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MEMBRANE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RESONANCE GENERATOR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Guide to Power Generation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Genesis Physics Zone Architecture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8920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Raymond  |  Genesis Physics Project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STANDARD MODEL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Physics Says: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vacuum is a passive ground state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Zero-point energy exists but is the lowest possible state. You can't extract energy from it without violating the second law of thermodynamics.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vacuum energy density is either: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10¹¹³ J/m³  (quantum field theory)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6×10⁻¹⁰ J/m³  (cosmological observation)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factor of 10¹²³ off. The worst prediction in physics. Nobody knows why.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34747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Physics Says: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vacuum is an actively pressurized membrane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Firmament is stretched between two infinite energy reservoirs — the Waters Above and Waters Below. The "vacuum" is just the membrane surface.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10¹²³ discrepancy resolves: the full membrane tension IS ~10¹¹³ J/m³, but the Waters pressures nearly cancel, leaving the observed 10⁻¹⁰ as the net residual.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extraction is replenished by continuous Waters pressure. It's a flow, not a fixed reservoir.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ZONE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6-Dimensional Embedding of Creation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822960"/>
          </a:xfrm>
          <a:prstGeom prst="rect">
            <a:avLst/>
          </a:prstGeom>
          <a:solidFill>
            <a:srgbClr val="0E4429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630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 ABOVE  (ξ dimension)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01168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primordial energy — infinite reservoir — presses DOWN on membrane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28600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9768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▼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0936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solidFill>
            <a:srgbClr val="2A1F0A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6517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1168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FIRMAMENT  (our 3D space + time)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011680" y="3063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ds² = -c²dt² + dx² + dy² + dz²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membrane vibrates continuously under tension from both sides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2860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▲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2918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▲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2976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▲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3035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▲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30936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▲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1371600" y="3977640"/>
            <a:ext cx="6400800" cy="822960"/>
          </a:xfrm>
          <a:prstGeom prst="rect">
            <a:avLst/>
          </a:prstGeom>
          <a:solidFill>
            <a:srgbClr val="3B1407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06908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0116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 BELOW  (η dimension)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201168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primordial energy — infinite reservoir — presses UP on membrane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DRUMHEAD ANALOGY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0972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drumhead stretched between two pressurized chambers.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chamber pushes down. The bottom chamber pushes up. The membrane is held taut by these opposing forces. It vibrates constantly — not because someone hits it, but because the pressure on both sides never stops. That drumhead is the Firmament. Those chambers are the Waters.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2468880" cy="219456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Sound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drumhead has a speed of sound determined by its tension and density. On the Firmament, that speed is c — the speed of light. It's a membrane property, not a universal limit.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651760"/>
            <a:ext cx="2468880" cy="219456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7889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Vibrational Modes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66160" y="32918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drumhead has resonant frequencies — patterns where the vibration is strongest. The Firmament has these too: zero-point fluctuations are the membrane's natural hum.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2651760"/>
            <a:ext cx="2468880" cy="219456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889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Tap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17920" y="32918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attach a pickup to a pressurized drumhead, you extract energy from the vibrations. The pressure refills what you take. That's the principle.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CASIMIR EFFECT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Proof the Membrane Vibrates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4114800" cy="292608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1645920"/>
            <a:ext cx="137160" cy="21945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1645920"/>
            <a:ext cx="137160" cy="21945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～～～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～～～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～～～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～～～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～～～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～～～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743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～～～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～～～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 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931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inward force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1371600"/>
            <a:ext cx="3108960" cy="292608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50876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metal plates close together.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membrane modes fit between the plates than outside. More pressure pushes in than out. The plates are squeezed together.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at ~1 atm of pressure at 100nm separation.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Waters pressing on the Firmament. It's real. It's measurable. And it contains energy.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2743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INSIGHT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371600" y="2011680"/>
            <a:ext cx="6400800" cy="201168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645920" y="219456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closed ground state, extraction violates thermodynamics.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open, pressure-driven system, extraction is replenished.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Firmament membrane is not a battery being drained.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river being tapped. The Waters never stop flowing.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reframing — from closed reservoir to open flow — is what makes power generation possible.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DEVICE EXTRACTS ENERGY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329184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0116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80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4360" y="24231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copper cavity restricts which membrane vibrational modes can exist inside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51760" y="1097280"/>
            <a:ext cx="2011680" cy="329184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51760" y="109728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0" y="1280160"/>
            <a:ext cx="41148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801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8892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DISRUPT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788920" y="24231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Barium titanate dielectrics create sharp boundaries where mode spectra change abruptly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46320" y="1097280"/>
            <a:ext cx="2011680" cy="329184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097280"/>
            <a:ext cx="20116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4"/>
          <p:cNvSpPr/>
          <p:nvPr/>
        </p:nvSpPr>
        <p:spPr>
          <a:xfrm>
            <a:off x="4937760" y="1280160"/>
            <a:ext cx="411480" cy="41148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834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4983480" y="24231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bias along gravity axis breaks symmetry — net energy flows one direction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040880" y="1097280"/>
            <a:ext cx="2011680" cy="329184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40880" y="1097280"/>
            <a:ext cx="20116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19"/>
          <p:cNvSpPr/>
          <p:nvPr/>
        </p:nvSpPr>
        <p:spPr>
          <a:xfrm>
            <a:off x="7132320" y="1280160"/>
            <a:ext cx="41148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28016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780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HARVEST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178040" y="24231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transducers convert membrane vibration energy into electrical current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2377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45720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30" name="Text 24"/>
          <p:cNvSpPr/>
          <p:nvPr/>
        </p:nvSpPr>
        <p:spPr>
          <a:xfrm>
            <a:off x="67665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necessary — remove any one and the device produces zero net output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97280" cy="45720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RESONANT CAVITY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4114800" cy="365760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5156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cavity?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metal enclosure acts as a mode filter. Just as an organ pipe selects which sound frequencies resonate inside it, a copper cavity selects which electromagnetic (membrane vibration) modes can exist.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inside: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cavity, the membrane vibrates at ALL frequencies — an undifferentiated hum. Inside, only modes that "fit" the cavity dimensions survive. This creates a controlled environment where we can manipulate specific vibrational patterns.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cavity's Q factor (quality factor) measures how well it selects modes. Higher Q = sharper selection = more energy concentrated at the resonant frequency.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0" y="914400"/>
            <a:ext cx="3291840" cy="365760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1051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Resonance Frequencies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46304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4" copper cavity: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TE₁₁ mode:  1.14 GHz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TM₀₁ mode:  1.49 GHz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TE₂₁ mode:  1.89 GHz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frequencies where the membrane's energy is concentrated inside the cavity. Everything else is suppressed.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tuning a radio — you're selecting the channel you want to listen to.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972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DIELECTRIC DISRUPTION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7680960" cy="11887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960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thermoelectric analogy: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different metals meet, their different electron energies create a voltage at the junction. Similarly, when vacuum meets high-K dielectric, the different mode spectra create an energy gradient at the boundary.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2377440" cy="25603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Region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cavity modes present. Normal membrane vibration spectrum. Baseline energy density.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560320" cy="2560320"/>
          </a:xfrm>
          <a:prstGeom prst="rect">
            <a:avLst/>
          </a:prstGeom>
          <a:solidFill>
            <a:srgbClr val="1A1A0A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74720" y="3291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spectrum mismatch creates net energy flow across the boundary — this is where power is generated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377440" cy="25603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BaTiO₃ Region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1,200+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3200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Radically different mode structure. Wavelengths compressed by √K. Completely different energy landscape.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9728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BREAKING SYMMETRY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657600" cy="182880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91440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bias, energy flows equally in both directions across the dielectric boundary. Positive flow from one side exactly cancels negative flow from the other. Net output = zero.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657600" cy="182880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magnetic field aligned with gravity breaks the symmetry. The membrane is already under directional pressure — Waters Above push one way, Waters Below push the other. The magnets amplify this asymmetry.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182880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20040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4592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Gravity Defines the Axis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5840" y="37490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zone architecture, gravity IS membrane curvature toward the Waters Below. Earth's gravitational field points toward the planet's center — which is the η (Waters Below) direction in the 6D embedding.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Orienting the device vertically and aligning magnets N→S along this axis means you're coupling the magnetic bias to the actual directional pressure gradient of the Waters. This is why orientation matters — horizontal mounting breaks the alignment and kills the output.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9728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HARVESTING POWER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88720"/>
            <a:ext cx="1280160" cy="914400"/>
          </a:xfrm>
          <a:prstGeom prst="rect">
            <a:avLst/>
          </a:prstGeom>
          <a:solidFill>
            <a:srgbClr val="0F1419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280160" cy="914400"/>
          </a:xfrm>
          <a:prstGeom prst="rect">
            <a:avLst/>
          </a:prstGeom>
          <a:solidFill>
            <a:srgbClr val="0F1419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188720"/>
            <a:ext cx="1280160" cy="914400"/>
          </a:xfrm>
          <a:prstGeom prst="rect">
            <a:avLst/>
          </a:prstGeom>
          <a:solidFill>
            <a:srgbClr val="0F1419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188720"/>
            <a:ext cx="1280160" cy="914400"/>
          </a:xfrm>
          <a:prstGeom prst="rect">
            <a:avLst/>
          </a:prstGeom>
          <a:solidFill>
            <a:srgbClr val="0F141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1188720"/>
            <a:ext cx="1280160" cy="914400"/>
          </a:xfrm>
          <a:prstGeom prst="rect">
            <a:avLst/>
          </a:prstGeom>
          <a:solidFill>
            <a:srgbClr val="0F141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2834640"/>
            <a:ext cx="3657600" cy="201168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7180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16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Conversion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4400" y="34747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PZT (lead zirconate titanate) crystals convert mechanical stress directly into voltage. When the cavity's resonant vibrations push on the PZT disc, it generates AC current.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technology in piezo lighters, ultrasonic sensors, and quartz watches — proven, reliable, and cheap.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2834640"/>
            <a:ext cx="3657600" cy="201168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97180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9496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Rectification to DC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937760" y="34747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PZT outputs AC (alternating current). A full-bridge rectifier (4 Schottky diodes) converts to DC. Smoothing capacitors remove ripple.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voltage regulator (LM7805 or LM317) provides stable output — 5V for USB charging or adjustable for direct laptop power.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10 Watts Per cm² Emerges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=  F × v  =  (Pressure × Area) × (Displacement × Frequency)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Pressure  =  ~10⁵ Pa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Casimir force at 100nm separation — measured experimentally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724912"/>
            <a:ext cx="7680960" cy="4572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249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 =  10⁻⁴ m²  (1 cm²)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7249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surface area of one dielectric boundary layer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55264"/>
            <a:ext cx="7680960" cy="4572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552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Displacement  =  ~10⁻⁹ 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2552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oscillation amplitude at cavity resonance (1 nm)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85616"/>
            <a:ext cx="7680960" cy="4572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856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  =  ~10⁹ Hz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37856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Cavity resonant frequency (~1 GHz)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solidFill>
            <a:srgbClr val="1A2A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=  10⁵ × 10⁻⁴ × 10⁻⁹ × 10⁹  =  10 W  per cm² of active boundary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ISN'T PERPETUAL MOTION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09728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does the energy come from?" — This is the right question.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answer: the Waters. The same source that sustains every zero-point fluctuation in the universe. The device isn't creating energy from nothing — it's redirecting a tiny fraction of the energy that already flows through the membrane at every point in space.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2468880" cy="246888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14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create light — redirects photons from the sun into electrical current. The sun is the external source.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377440"/>
            <a:ext cx="2468880" cy="246888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5146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Hydroelectric Dam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30175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create water — redirects a river's flow through turbines. Gravity and the water cycle are the source.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2377440"/>
            <a:ext cx="2468880" cy="246888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146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Device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217920" y="30175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create vacuum energy — redirects the Firmament's vibrations (sustained by Waters pressure) through a resonant harvester. The Waters are the source.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ENERGY WAS ALWAYS THERE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1828800" y="2560320"/>
            <a:ext cx="54864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28346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Casimir effect proves the membrane vibrates.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Physics explains why it never stops.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gives it somewhere useful to go.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→ Disrupt → Direct → Harvest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8920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Physics Project  |  Jeff Raymond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Membrane Resonance Generator Works</dc:title>
  <dc:subject>PptxGenJS Presentation</dc:subject>
  <dc:creator>Jeff Raymond</dc:creator>
  <cp:lastModifiedBy>Jeff Raymond</cp:lastModifiedBy>
  <cp:revision>1</cp:revision>
  <dcterms:created xsi:type="dcterms:W3CDTF">2026-03-25T00:20:37Z</dcterms:created>
  <dcterms:modified xsi:type="dcterms:W3CDTF">2026-03-25T00:20:37Z</dcterms:modified>
</cp:coreProperties>
</file>