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POWERING CREATION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5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Energy Is Stored in the Architecture of the Universe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22860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 of Genesis  |  Zone Architecture Analysis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474720"/>
            <a:ext cx="548640" cy="54864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3840480"/>
            <a:ext cx="4572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Only Using 5% of Creation's Energy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657600" cy="2560320"/>
          </a:xfrm>
          <a:prstGeom prst="rect">
            <a:avLst/>
          </a:prstGeom>
          <a:solidFill>
            <a:srgbClr val="0F1B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universe's total energy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 visible matter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828800"/>
            <a:ext cx="3657600" cy="2560320"/>
          </a:xfrm>
          <a:prstGeom prst="rect">
            <a:avLst/>
          </a:prstGeom>
          <a:noFill/>
          <a:ln/>
        </p:spPr>
        <p:txBody>
          <a:bodyPr wrap="square" lIns="3810" tIns="3810" rIns="3810" bIns="381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humanity has ever used — fire, coal, nuclear, solar — comes from this tiny fraction.
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95% is stored in the Waters </a:t>
            </a:r>
            <a:pPr indent="0" marL="0">
              <a:buNone/>
            </a:pPr>
            <a:r>
              <a:rPr lang="en-US" sz="1400" b="1" dirty="0">
                <a:solidFill>
                  <a:srgbClr val="2E5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and below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Firmament — placed there by God on Day 2 of Creation when He separated the Waters and stretched the heavens between them.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"It is the glory of God to conceal a matter; to search out a matter is the glory of kings." — Proverbs 25:2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CREATION IS STRUCTURED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Zone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solidFill>
            <a:srgbClr val="2E5FA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 Above  —  68% of all energy  (what physics calls "dark energy")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pressure pushing outward  ↓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7680960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60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FIRMAMENT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observable universe — stretched like a membrane between the Waters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3291840"/>
            <a:ext cx="2560320" cy="274320"/>
          </a:xfrm>
          <a:prstGeom prst="rect">
            <a:avLst/>
          </a:prstGeom>
          <a:solidFill>
            <a:srgbClr val="0A1128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Matter — only 5%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703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pressure pushing inward  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solidFill>
            <a:srgbClr val="1E306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233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 Below  —  27% of all energy  (what physics calls "dark matter")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sandwich: two vast energy reservoirs pressing on a thin, stretched membrane from both sides. We live on the membrane.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CAPACITOR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Creation Stores Energy Like a Giant Battery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920240"/>
            <a:ext cx="3108960" cy="457200"/>
          </a:xfrm>
          <a:prstGeom prst="rect">
            <a:avLst/>
          </a:prstGeom>
          <a:solidFill>
            <a:srgbClr val="2E5FA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Waters Above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2560320"/>
            <a:ext cx="3108960" cy="1097280"/>
          </a:xfrm>
          <a:prstGeom prst="rect">
            <a:avLst/>
          </a:prstGeom>
          <a:solidFill>
            <a:srgbClr val="F2E8C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60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FIRMAMENT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dielectric)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3840480"/>
            <a:ext cx="3108960" cy="457200"/>
          </a:xfrm>
          <a:prstGeom prst="rect">
            <a:avLst/>
          </a:prstGeom>
          <a:solidFill>
            <a:srgbClr val="1E306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Waters Below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657600" cy="2926080"/>
          </a:xfrm>
          <a:prstGeom prst="rect">
            <a:avLst/>
          </a:prstGeom>
          <a:noFill/>
          <a:ln/>
        </p:spPr>
        <p:txBody>
          <a:bodyPr wrap="square" lIns="2540" tIns="3810" rIns="3810" bIns="254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capacitor works:
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charged plates separated by an insulating layer store enormous energy in the gap between them.
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God separated the Waters on Day 2, He created the largest capacitor imaginable — storing roughly </a:t>
            </a:r>
            <a:pPr indent="0" marL="0">
              <a:buNone/>
            </a:pPr>
            <a:r>
              <a:rPr lang="en-US" sz="1300" b="1" dirty="0">
                <a:solidFill>
                  <a:srgbClr val="2E5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10⁷⁰ joules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energy.
</a:t>
            </a:r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more energy than all the stars in the observable universe will ever produce.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WAYS TO TAP CREATION'S ENERGY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0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Sources in the Zone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377440" cy="1463040"/>
          </a:xfrm>
          <a:prstGeom prst="rect">
            <a:avLst/>
          </a:prstGeom>
          <a:solidFill>
            <a:srgbClr val="1E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 Capacitor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potential difference between the Waters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554480"/>
            <a:ext cx="2377440" cy="1463040"/>
          </a:xfrm>
          <a:prstGeom prst="rect">
            <a:avLst/>
          </a:prstGeom>
          <a:solidFill>
            <a:srgbClr val="1E306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7373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 Above Pressure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66160" y="2514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the expansion energy driving cosmic growth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35040" y="1554480"/>
            <a:ext cx="2377440" cy="1463040"/>
          </a:xfrm>
          <a:prstGeom prst="rect">
            <a:avLst/>
          </a:prstGeom>
          <a:solidFill>
            <a:srgbClr val="1E306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373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Tension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217920" y="2514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vacuum energy from the stretched Firmament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31520" y="3246120"/>
            <a:ext cx="2377440" cy="1463040"/>
          </a:xfrm>
          <a:prstGeom prst="rect">
            <a:avLst/>
          </a:prstGeom>
          <a:solidFill>
            <a:srgbClr val="1E306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290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 Below Access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14400" y="4206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energy through gravitational connections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383280" y="3246120"/>
            <a:ext cx="2377440" cy="1463040"/>
          </a:xfrm>
          <a:prstGeom prst="rect">
            <a:avLst/>
          </a:prstGeom>
          <a:solidFill>
            <a:srgbClr val="1E306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42900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56616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Sustaining Word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566160" y="4206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with God's continuous maintenance of creation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035040" y="3246120"/>
            <a:ext cx="2377440" cy="1463040"/>
          </a:xfrm>
          <a:prstGeom prst="rect">
            <a:avLst/>
          </a:prstGeom>
          <a:solidFill>
            <a:srgbClr val="1E3060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42900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21792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Boundary Transitions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217920" y="4206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energy from matter crossing zone boundaries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Cosmic Capacitor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840480" cy="1463040"/>
          </a:xfrm>
          <a:prstGeom prst="rect">
            <a:avLst/>
          </a:prstGeom>
          <a:solidFill>
            <a:srgbClr val="0F1B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Think: Hydroelectric Dam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5840" y="23317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break the dam — you channel a controlled flow through turbines. The energy comes from the height difference between the reservoir and the river below.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645920"/>
            <a:ext cx="35661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0" y="17373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tiny, controlled opening in the Firmament membrane. The potential difference between Waters Above and Below drives energy through like water through a turbine.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338328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14400" y="34747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Available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~10⁷⁰ joules total — essentially unlimited. Even a tiny fraction dwarfs all nuclear energy ever generated.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846320" y="3383280"/>
            <a:ext cx="3566160" cy="11887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29200" y="34747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Caution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uncontrolled discharge is catastrophic. Genesis 7:11 describes the Flood as the 'fountains of the great deep' bursting forth — an uncontrolled breach. We need the controlled version.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Membrane Tension — Vacuum Energy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011680" cy="320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PROMISING PATH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0312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5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Firmament is stretched taut between the Waters, like a drumhead. That tension is energy — everywhere, all the time.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already measures this: the </a:t>
            </a:r>
            <a:pPr indent="0" marL="0">
              <a:buNone/>
            </a:pPr>
            <a:r>
              <a:rPr lang="en-US" sz="1200" b="1" dirty="0">
                <a:solidFill>
                  <a:srgbClr val="2E5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Casimir effect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that empty space pushes two metal plates together. That's the membrane's tension at work.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2011680"/>
            <a:ext cx="35661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210312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5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extract it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nano-scale devices that capture vacuum fluctuations as real energy — like an antenna captures radio waves from the air.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fuel needed. Available everywhere. Continuously replenished by the Waters pressing on the membrane from both sides.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best starting point: it's already experimentally demonstrated, requires no zone boundary breach, and scales from nano-devices to starships.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Sustaining Word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645920"/>
            <a:ext cx="6400800" cy="1280160"/>
          </a:xfrm>
          <a:prstGeom prst="rect">
            <a:avLst/>
          </a:prstGeom>
          <a:solidFill>
            <a:srgbClr val="1E3060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6916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F0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Son is the radiance of God's glory and the exact representation of his being, sustaining all things by his powerful word."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5146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Hebrews 1:3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3657600" cy="1463040"/>
          </a:xfrm>
          <a:prstGeom prst="rect">
            <a:avLst/>
          </a:prstGeom>
          <a:solidFill>
            <a:srgbClr val="1E306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918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Deepest Energy Source
</a:t>
            </a:r>
            <a:pPr indent="0" marL="0">
              <a:buNone/>
            </a:pPr>
            <a:r>
              <a:rPr lang="en-US" sz="1100" dirty="0">
                <a:solidFill>
                  <a:srgbClr val="F5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doesn't wind up the universe and walk away. He actively sustains every atom, every law, every moment. That sustaining is continuous energy input from outside creation.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200400"/>
            <a:ext cx="3657600" cy="1463040"/>
          </a:xfrm>
          <a:prstGeom prst="rect">
            <a:avLst/>
          </a:prstGeom>
          <a:solidFill>
            <a:srgbClr val="1E306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2918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Relational, Not Mechanical
</a:t>
            </a:r>
            <a:pPr indent="0" marL="0">
              <a:buNone/>
            </a:pPr>
            <a:r>
              <a:rPr lang="en-US" sz="1100" dirty="0">
                <a:solidFill>
                  <a:srgbClr val="F5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biblical example of extraordinary physical events — parting seas, fire from heaven, instant transport — flows from relationship with God. The ultimate power source may be relational, not technological.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ENERGY LADDER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Campfires to Creation's Reservoirs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914400" cy="50292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5" name="Text 3"/>
          <p:cNvSpPr/>
          <p:nvPr/>
        </p:nvSpPr>
        <p:spPr>
          <a:xfrm>
            <a:off x="178308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(fire, batteries)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0" y="1554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10⁷ J/kg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828800" cy="502920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2148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Fission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10¹³ J/kg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2560320" cy="502920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743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Fusion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10¹⁴ J/kg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337560"/>
            <a:ext cx="3474720" cy="502920"/>
          </a:xfrm>
          <a:prstGeom prst="rect">
            <a:avLst/>
          </a:prstGeom>
          <a:solidFill>
            <a:srgbClr val="2E5FA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37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Antimatter Annihilation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3337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10¹⁶ J/kg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5029200" cy="502920"/>
          </a:xfrm>
          <a:prstGeom prst="rect">
            <a:avLst/>
          </a:prstGeom>
          <a:solidFill>
            <a:srgbClr val="3B6FA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931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Tension (vacuum)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3931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10⁻¹⁰ J/m³ everywhere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526280"/>
            <a:ext cx="6949440" cy="50292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526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 Capacitor (Waters)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4526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~10⁷⁰ J total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1554480"/>
            <a:ext cx="73152" cy="5029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2148840"/>
            <a:ext cx="73152" cy="5029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2743200"/>
            <a:ext cx="73152" cy="5029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337560"/>
            <a:ext cx="73152" cy="5029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931920"/>
            <a:ext cx="73152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526280"/>
            <a:ext cx="73152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4348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jump from antimatter to the Waters is not incremental — it's accessing an entirely different category of energy that was always there.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Lab to Stars — A Development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1874520" cy="32004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Casimir effect engineering. Map Firmament vibrational modes via gravitational wave observations. Build theoretical models.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64592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645920"/>
            <a:ext cx="1874520" cy="32004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645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2103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of Concept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25603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macroscopic vacuum energy devices. Demonstrate controlled local membrane mode excitation. Enhance quantum tunneling.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64592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645920"/>
            <a:ext cx="1874520" cy="32004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645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103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25603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vacuum energy extraction to useful power. Excite long-range membrane modes. Transfer matter along resonant modes.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64592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645920"/>
            <a:ext cx="1874520" cy="320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645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0" y="2103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25603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Resonance bridges between planets, then between stars. Hybrid systems combining multiple energy sources for interstellar travel.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0320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17720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75120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THEOLOGICAL HEART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as Gift, Not Theft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680960" cy="914400"/>
          </a:xfrm>
          <a:prstGeom prst="rect">
            <a:avLst/>
          </a:prstGeom>
          <a:solidFill>
            <a:srgbClr val="1E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73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Concealed for Discovery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19933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placed energy in chemical bonds — we discovered chemistry. He placed it in nuclear bonds — we discovered nuclear physics. He placed it in the Waters and the membrane — we haven't discovered it yet. But the architecture says it's there.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697480"/>
            <a:ext cx="7680960" cy="914400"/>
          </a:xfrm>
          <a:prstGeom prst="rect">
            <a:avLst/>
          </a:prstGeom>
          <a:solidFill>
            <a:srgbClr val="1E306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926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27706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Progressive Revelation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645920" y="309067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12:4 says knowledge shall increase. Each generation discovers deeper layers of creation's energy. The Waters energy is the next layer — hidden in plain sight as 'dark energy' and 'dark matter.'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3794760"/>
            <a:ext cx="7680960" cy="914400"/>
          </a:xfrm>
          <a:prstGeom prst="rect">
            <a:avLst/>
          </a:prstGeom>
          <a:solidFill>
            <a:srgbClr val="1E306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0233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38679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Stewardship, Not Exploitation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645920" y="41879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Firmament barrier exists for a reason. Controlled tapping is stewardship. Reckless breach is destruction. The difference is wisdom — the same attribute God used to build creation (Proverbs 3:19).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887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5F0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"Great are the works of the LORD,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i="1" dirty="0">
                <a:solidFill>
                  <a:srgbClr val="F5F0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studied by all who delight in them."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Psalm 111:2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0" y="3108960"/>
            <a:ext cx="1828800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Physics of Genesis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Zone Architecture Analysis of Creation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Powering Creation: Energy Extraction from the Zone Architecture</dc:title>
  <dc:subject>PptxGenJS Presentation</dc:subject>
  <dc:creator>Jeff Raymond</dc:creator>
  <cp:lastModifiedBy>Jeff Raymond</cp:lastModifiedBy>
  <cp:revision>1</cp:revision>
  <dcterms:created xsi:type="dcterms:W3CDTF">2026-03-23T14:22:40Z</dcterms:created>
  <dcterms:modified xsi:type="dcterms:W3CDTF">2026-03-23T14:22:40Z</dcterms:modified>
</cp:coreProperties>
</file>